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0F172A"/>
                </a:solidFill>
                <a:latin typeface="Arial"/>
              </a:rPr>
              <a:t>PRISM</a:t>
            </a:r>
          </a:p>
          <a:p>
            <a:pPr algn="ctr">
              <a:spcAft>
                <a:spcPts val="24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Provenance &amp; Reasoning Intelligence System for Multimedia</a:t>
            </a:r>
          </a:p>
          <a:p>
            <a:pPr algn="ctr"/>
            <a:r>
              <a:rPr sz="1300">
                <a:solidFill>
                  <a:srgbClr val="475569"/>
                </a:solidFill>
                <a:latin typeface="Calibri"/>
              </a:rPr>
              <a:t>Course: BCSE306L Mini-Project | Faculty Guide: Dr. Vijayaprabakaran K, SCOPE, VIT Vellore
Team: Tanush (Lead Architect), Somil (Vision Forensics), Kulsum (Biometrics &amp; Reasoning) [33.3% each]
Hardware Execution: NVIDIA GeForce RTX 3050 Laptop GPU (23.9 FPS, 1,450 MB VRAM)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MOTIVATION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Problem Statement and Forensic Vulnerabilities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Failures of Legacy Deepfake Detectors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Opaque Scalar Output: Legacy networks output an isolated probability like '85% fake' with zero explainability.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Severe Generalization Collapse: 20% to 35% accuracy drop on unseen generative models or WhatsApp compression.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Absence of Spatial Localization: Predicts 'manipulated' without localizing altered bounding boxes or pixels.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High Hardware Barrier: Standard multimodal systems demand 16GB–24GB cloud GPUs, preventing field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The PRISM Forensic Solution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Multi-Agent Diagnostic Panel: Combines 8 specialized domain checks covering physics, optics, motion, and biometrics.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Principled Mathematical Fusion: Dempster-Shafer theory tracks belief, plausibility, and epistemic uncertainty.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Spatial Tampering Heatmaps: Transposed-conv decoder generates fine-grained 224x224 pixel masks (0.7840 mIoU).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Lightweight Laptop Execution: Real-time execution at 23.9 FPS within 1,450 MB VRAM on standard consumer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SYSTEM ARCHITECTURE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PRISM Modular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212080" cy="3211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1: PRISM Multi-Stage Forensic Architecture Block Diagram.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Core Subsystems and Modular Architecture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Stage 1 (Preprocessing): Extracts 224x224 RGB frames, PRNU sensor noise residuals, 16 kHz audio, and metadata.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Stage 2 (Forensic Experts): 8 domain agents analyzing noise patterns, ELA compression, 3D lighting, ocular reflections, motion flow, and vocoders.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Stage 3 (Evidence Fusion): Dempster-Shafer engine calculating belief masses over Theta = {Authentic, Tampered}.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Stage 4 (Dual Output): Deterministic forensic reasoner generating legal text dossiers alongside 224x224 spatial heatmaps.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DATA FLOW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Dataflow and Tensor Dimensionality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212080" cy="30008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2: End-to-end dataflow showing tensor shapes and transformations.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Tensor Dimensionality Transformations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Frame Normalization: Raw multimedia decoded to [B, 3, 224, 224] RGB tensors.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Sensor Noise Extraction: Discrete Laplacian filter yields [B, 1, 224, 224] PRNU residuals.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ViT-B/16 Backbone + DoRA: 196 non-overlapping patches projected to [B, 196, 768].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Noise Conv Encoder: 4-stage convolutional downsampling to [B, 196, 768].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Cross-Modal Attention: Queries visual features against noise keys [B, 196, 768].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Spatial Mask Decoder: Upsamples fused tokens to [B, 1, 224, 224] tampering heatmap.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DATA COLLECTION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Datasets and Preprocessing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Benchmark Datasets Evaluated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FaceForensics++: 5,000 video sequences across DF, F2F, FS, NT at c0, c23, c40.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Celeb-DF v2: 6,229 high-quality autoencoder facial reenactments.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DF-Platter (CVPR 2023): 133,260 clips featuring Indian demographics, turbans, and dense beards.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ASVspoof 2021: 125.1 hours of synthetic audio spoofing and vocoder clones.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Perturbation Grid: 105 samples evaluating WhatsApp re-compression (CRF 32) and stripped metadata.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Rigorous Preprocessing Protocols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Zero Identity Overlap: Training, validation, and test splits strictly partitioned by subject identity.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Melanin-Invariant CHROM rPPG: Color projection isolates capillary pulse on darker skin tones (Fitzpatrick IV–VI).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Facial Hair Decoupling: Spatial Gaussian filtering on mouth ROIs eliminates beard/moustache variance.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Offline Determinism: Fixed random seeds ensure 100% reproducible evaluation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IMPLEMENTATION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Implementation and 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Technology Stack &amp; Hardware Profile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Core Frameworks: PyTorch 2.1+, OpenCV, SciPy, Streamlit forensic dashboard.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Backbone Adaptation: ViT-B/16 adapted using DoRA (rank r = 8, 1.2M trainable parameters).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Memory Staging: Sequential model execution keeps peak VRAM below 1.45 GB on NVIDIA RTX 3050.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Local Reasoning Engine: Generates structured, court-admissible forensic dossiers without cloud APIs.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Working Prototype Verification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Multi-Modal Verification: Fully verifies video (.mp4), audio voice (.wav), and images (.jpg, .png).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Live Execution Latency: Image probe (750–980 ms), Video (32 frames: 2.7 s), Audio (810 ms).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Zero Label Leakage: Automated assertions ensure filenames and metadata never contaminate inference.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Automated Test Suites: 100% passing rate across dedicated test suites in tests/.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EVALUATION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Results and Quantitative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4663440" cy="4034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3: System Confusion Matrix on Held-Out Multimodal Cohort.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002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Quantitative Metric Performance Summary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Classification Accuracy: 95.00% (Balanced Accuracy: 95.00%).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Precision (Positive Predictive Value): 95.92%.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Recall (Sensitivity / True Positive Rate): 94.00%.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Specificity (True Negative Rate): 96.00%.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F1-Score: 0.9495 across multimodal evaluation cohort.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Area Under ROC Curve (AUC): 0.9740.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Equal Error Rate (EER): 3.80%.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Spatial Localization mIoU: 0.7840 on manipulated facial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METRIC ANALYSIS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Ablation Study: Multi-Agent ROC 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4937760" cy="39663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4: Multi-stream ROC comparison demonstrating evidential fusion gain.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Evidential Fusion Analysis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Cross-Modal Fusion Gain: Fused PRISM achieves AUC = 0.9740, outperforming the best single agent (PRNU, AUC = 0.8650) by +0.1090.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Complementary Modalities: ViT captures high-level semantic flaws, while PRNU detects micro-sensor noise erasure.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Low False Positive Rate: At 1% False Positive Rate, PRISM retains over 88% True Positive Rate, ensuring court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OUTPUT EXPLANATION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Pixel-Level Forgery Localization Heatmaps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669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alization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394960" cy="14576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5: Probe frame, PRNU residual, predicted mask, and reliability heatmap.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41732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43891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Spatial Mask Decoder Architecture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Transposed Convolutional Upsampling: Upsamples 14x14 ViT patch features back to 224x224 spatial resolution.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Accurate Boundary Isolation (mIoU = 0.7840): Isolates spliced facial boundaries and neural replacement margins.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Court-Admissible Evidence: Provides visual proof of tampering location for forensic investigative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EVIDENTIAL BOUNDS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Dempster-Shafer Uncertainty Intervals &amp;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s_fusion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4937760" cy="2934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6: Belief-Plausibility intervals [Bel(T), Pl(T)] across media cohorts.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WhatsApp Forward Robustness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Explicit Ignorance Modeling: Stripped metadata allocates mass to uncertainty m(U) = 1.0 rather than asserting tampering.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Conflict Capping: Contradictory agent votes are capped to avoid division errors, escalating high-conflict files to manual review.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Decision Bounds: Clear thresholds require Bel(T) and Pl(T) to separate decisively (Authentic &lt;= 0.35, Tampered &gt;= 0.70).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SYSTEMS PERFORMANCE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Computational Latency and Efficiency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4937760" cy="34638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60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  <a:latin typeface="Calibri"/>
              </a:rPr>
              <a:t>Figure 7: Execution latency per module demonstrating real-time capability.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Real-Time Forensic Performance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Mean Latency per Frame: 41.9 ms (23.9 frames per second), matching real-time video playback.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Fast Neural Forward: ViT-B/16 + DoRA forward pass takes only 14.8 ms on GPU.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Negligible Fusion Overhead: Dempster-Shafer mathematical combination takes 0.04 ms.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Dossier Generation: Deterministic NIST/SWGDE report compiles in under 3.5 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475569"/>
                </a:solidFill>
                <a:latin typeface="Arial"/>
              </a:rPr>
              <a:t>PROJECT OWNERSHIP</a:t>
            </a:r>
          </a:p>
          <a:p>
            <a:r>
              <a:rPr sz="2200" b="1">
                <a:solidFill>
                  <a:srgbClr val="0F172A"/>
                </a:solidFill>
                <a:latin typeface="Arial"/>
              </a:rPr>
              <a:t>Team Partner Contributions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Equal Technical Contribution (33.3% Each)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Tanush (33.3%, Lead Architect): Dual-Stream ViT-B/16 + DoRA, PRNU Filter, Primary Streamlit GUI, RTX 3050 profiling (feature/part1-tanush-backbone-ui).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Somil (33.3%, Vision Forensics): Farneback optical flow, ELA compression, 2D DCT grids, 3D surface illumination (prism_contribution_part2_somil).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Kulsum (33.3%, Biometrics &amp; Fusion): Melanin-invariant CHROM rPPG, Corneal Gaze symmetry, Vocoder roll-off, D-S Fusion Engine (prism_contribution_part3_kulsum).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Project Deliverables Checklist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Interactive Dashboard: Verified in app.py with Image, Audio, and Video multimodal inspection.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IEEE Technical Report: 10-page report in Word (.docx), compiled PDF (.pdf), and LaTeX (.tex).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Automated Test Suites: 100% pass rate across unit and regression tests in tests/.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Hardware Profiling: Verified 41.9 ms latency and 1,450 MB VRAM footprint on NVIDIA RTX 3050.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